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Bank Marketing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Author: Hope Kimandi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of Portuguese bank marketing campaigns.</a:t>
            </a:r>
          </a:p>
          <a:p>
            <a:r>
              <a:t>Dataset: 41,188 records, 21 features</a:t>
            </a:r>
          </a:p>
          <a:p>
            <a:r>
              <a:t>Objective: Identify patterns, trends, and actionable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Extract: Loaded dataset into Python</a:t>
            </a:r>
          </a:p>
          <a:p>
            <a:r>
              <a:t>- Transform: Cleaned data, removed duplicates, encoded features, created derived columns</a:t>
            </a:r>
          </a:p>
          <a:p>
            <a:r>
              <a:t>- Load: Saved transformed dataset for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Subscription Distribution</a:t>
            </a:r>
          </a:p>
        </p:txBody>
      </p:sp>
      <p:pic>
        <p:nvPicPr>
          <p:cNvPr id="3" name="Picture 2" descr="subscription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 Distribution by Subscription</a:t>
            </a:r>
          </a:p>
        </p:txBody>
      </p:sp>
      <p:pic>
        <p:nvPicPr>
          <p:cNvPr id="3" name="Picture 2" descr="ag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40080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Job vs Subscription</a:t>
            </a:r>
          </a:p>
        </p:txBody>
      </p:sp>
      <p:pic>
        <p:nvPicPr>
          <p:cNvPr id="3" name="Picture 2" descr="job_vs_subscri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Previous Outcome vs Subscription</a:t>
            </a:r>
          </a:p>
        </p:txBody>
      </p:sp>
      <p:pic>
        <p:nvPicPr>
          <p:cNvPr id="3" name="Picture 2" descr="prev_out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943600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Subscription Trends</a:t>
            </a:r>
          </a:p>
        </p:txBody>
      </p:sp>
      <p:pic>
        <p:nvPicPr>
          <p:cNvPr id="3" name="Picture 2" descr="monthly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Focus on high-potential groups (management, technicians)</a:t>
            </a:r>
          </a:p>
          <a:p>
            <a:r>
              <a:t>- Optimize call duration for better results</a:t>
            </a:r>
          </a:p>
          <a:p>
            <a:r>
              <a:t>- Prioritize clients with previous positive outcomes</a:t>
            </a:r>
          </a:p>
          <a:p>
            <a:r>
              <a:t>- Target campaigns during May-July for higher subscription rates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analysis provides actionable insights for optimizing bank marketing campaigns.</a:t>
            </a:r>
          </a:p>
          <a:p>
            <a:r>
              <a:t>Segmentation, call strategies, and past client behavior improve subscription rates.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